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5143500" type="screen16x9"/>
  <p:notesSz cx="6858000" cy="9144000"/>
  <p:embeddedFontLst>
    <p:embeddedFont>
      <p:font typeface="Manrope ExtraBold" panose="020B0604020202020204" charset="0"/>
      <p:bold r:id="rId15"/>
    </p:embeddedFont>
    <p:embeddedFont>
      <p:font typeface="Manrope SemiBold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T2TCbbAZINekaNjV6tsGp1BwcP_j7t6J" TargetMode="Externa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u="sng" dirty="0"/>
              <a:t>Team Name</a:t>
            </a:r>
            <a:r>
              <a:rPr dirty="0"/>
              <a:t>: Raja Mandal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>
              <a:lnSpc>
                <a:spcPct val="70000"/>
              </a:lnSpc>
            </a:pPr>
            <a:r>
              <a:rPr u="sng" dirty="0"/>
              <a:t>Problem Statement: </a:t>
            </a:r>
            <a:r>
              <a:rPr dirty="0"/>
              <a:t>Rank 100K candidate profiles using hybrid AI-assisted approach combining rules &amp;</a:t>
            </a:r>
            <a:r>
              <a:rPr lang="en-IN" dirty="0"/>
              <a:t>semantics</a:t>
            </a:r>
            <a:endParaRPr lang="en-IN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marL="0" lvl="0" indent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u="sng" dirty="0"/>
              <a:t>Team Leader: </a:t>
            </a:r>
            <a:r>
              <a:rPr dirty="0"/>
              <a:t>Raja Mandal</a:t>
            </a:r>
            <a:endParaRPr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t>Hybrid AI-Assisted Ranking System: 70% rule-based (transparent) + 30% TF-IDF semantic. Processes 100K candidates in &lt;30 seconds without GPU. Produces explainable rankings with reasoning. Differentiators: Beyond keyword matching, fully transparent, skill-aware for 15+ AI/ML skills.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t>Key JD Requirements: Python, LLM, NLP, RAG, Vector DBs • Experience: 5-9 yrs (ideal), 4-12 yrs (acceptable) • Roles: AI/ML Engineer, Data Scientist • Company: Startup/FAANG/AI companies • Signals Evaluated: Skills, experience level, titles, company prestige, semantic alignment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t>4-Step Process: (1) Extract features into unified 'tags' field • (2) Dual Score: Rule-based (skills 40%, exp, title, company) + Semantic (TF-IDF) • (3) Hybrid: 70% rule + 30% semantic × 10 • (4) Rank top 100, normalize 0.8-1.0, generate explanations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t>Transparent &amp; Auditable: Scoring rules fully explicit, no black-box • Auto-generated reasoning per candidate • Deterministic (reproducible) • Data Quality: Handles nested JSON, missing fields, suspicious profiles • No Hallucinations: Rule-based matches only actual data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t>12-Step Pipeline: Load JD+100K profiles → Preprocess → Feature engineering → Rule scoring → TF-IDF vectorization → Semantic scoring → Hybrid combine → Top 100 ranking → Normalization → Reasoning generation → CSV output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381440" y="59162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sz="1600" dirty="0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8CDA0C-F81A-1148-5F8B-B3890A526F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52" t="6218" r="-952" b="-27596"/>
          <a:stretch>
            <a:fillRect/>
          </a:stretch>
        </p:blipFill>
        <p:spPr>
          <a:xfrm>
            <a:off x="640960" y="1057519"/>
            <a:ext cx="7715250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t>Results: 100K candidates processed in &lt;30 seconds (no GPU) • Top 100 recommendations (0.8-1.0 normalized scores) • Hybrid algorithm (70% rules + 30% semantic) • Quality: All top candidates verified AI/ML skills • Reproducible: Deterministic rankings • Meets challenge runtime/compute constraints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5278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t>Tech Stack: Pandas/NumPy (vectorized operations) • Scikit-learn (TF-IDF + cosine similarity) • Python (text processing, regex) • python-docx (read DOCX) • JSON (parse JSONL) • Min-Max scaling (score normalization). Why: Lightweight, efficient, no GPU, production-ready, interpretable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Font typeface="Arial" panose="020B0604020202020204" pitchFamily="34" charset="0"/>
              <a:buChar char="•"/>
            </a:pPr>
            <a:r>
              <a:rPr dirty="0"/>
              <a:t>Key Achievements</a:t>
            </a:r>
            <a:endParaRPr dirty="0"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✓ Ranked 100K candidates in seconds ✓ Hybrid approach (precise + flexible) ✓ Beyond keywords: catches synonyms ✓ Fully explainable &amp; auditable ✓ Production-ready &amp; scalable ✓ Transparent reasoning for judges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50F0F9-61BE-F782-9B2E-E7791F6243ED}"/>
              </a:ext>
            </a:extLst>
          </p:cNvPr>
          <p:cNvSpPr txBox="1"/>
          <p:nvPr/>
        </p:nvSpPr>
        <p:spPr>
          <a:xfrm>
            <a:off x="1434790" y="2364058"/>
            <a:ext cx="64059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2"/>
              </a:rPr>
              <a:t>https://drive.google.com/drive/folders/1T2TCbbAZINekaNjV6tsGp1BwcP_j7t6J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82706D-A043-424E-8811-2036B8050E44}"/>
              </a:ext>
            </a:extLst>
          </p:cNvPr>
          <p:cNvSpPr txBox="1"/>
          <p:nvPr/>
        </p:nvSpPr>
        <p:spPr>
          <a:xfrm>
            <a:off x="988741" y="557561"/>
            <a:ext cx="1529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GIT HUB </a:t>
            </a:r>
            <a:r>
              <a:rPr lang="en-IN" dirty="0" err="1"/>
              <a:t>Vedio</a:t>
            </a:r>
            <a:r>
              <a:rPr lang="en-IN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790219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473</Words>
  <Application>Microsoft Office PowerPoint</Application>
  <PresentationFormat>On-screen Show (16:9)</PresentationFormat>
  <Paragraphs>22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Manrope ExtraBold</vt:lpstr>
      <vt:lpstr>Manrope SemiBold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Raja Mandal</cp:lastModifiedBy>
  <cp:revision>2</cp:revision>
  <dcterms:modified xsi:type="dcterms:W3CDTF">2026-06-30T18:58:39Z</dcterms:modified>
</cp:coreProperties>
</file>